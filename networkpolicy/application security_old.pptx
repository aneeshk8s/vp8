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6B31-C7D1-9389-9F52-C6CDE38EE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5C430-4E2A-DA72-44CF-155EAEC08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29878-6C5A-D0FF-C67D-A192B950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35DBC-EBD5-D079-A135-DE6A93E9B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449A5-7AB5-A264-40B7-070F2901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8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6323-85CB-BECE-8CDE-65383EA16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AA403-BF1E-CE15-D1E1-ECC383C37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74361-1728-13C9-7E07-9F0787740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E18A9-CE74-BC31-AE93-A5B2D6B6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955C4-7497-5A97-29CF-B135D0B19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75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6485-C7A7-FD46-791F-A1AEC9B3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64174-8D9D-70EA-5931-2F28F9058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42823-D48F-764B-35D2-85A95B30C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A468B-0A14-E9C9-1582-EEFFD7BB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9ED4D-0B47-9F28-49FF-7A1728E8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9F7A-5251-C6CD-DCB4-28661463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3B07D-7E44-6C91-3A87-3BE219F2F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D4ED0-D92C-F9C4-3EB5-68643299D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9DA23-3E31-E7AE-D3E4-AD676F46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A9324-4CCC-DF17-8326-94CA7A63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6703D-DAAC-C006-AB2B-324AAE57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4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75A17-8BD3-189C-1844-3DF8A327F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49D40-7748-8D0F-A6A4-551D8CCE4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CED0E-790F-CAD0-CEC1-784AE79F7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D2F37E-CFEB-3403-9A2F-BAC9B08F0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A7D0B8-57A3-B284-1FE0-6C3B532B0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B222BB-8AEE-2C4A-66FE-8B49B101C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0CE696-BA98-AED4-F704-246FD2F6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F09DE-6035-848C-5030-8C5D8A23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055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9A40-2EAA-3464-86C2-CCDC26CDF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68AE9D-CF44-5296-6346-4D7DA447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08202-2957-1C5A-8D5D-C2D2AA47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A3CA4-ED25-0D4B-9F08-2AE2421BF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0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610FA3-906E-C28A-CFC6-FD47A46E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AAE1D-CC4C-1667-2DC9-C2F94AE9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3B45E-842F-C16F-7A53-D39EA260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2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4BFA-0B78-026D-9D3F-890C8DB6E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E0B11-FAB8-D614-FAD6-96E1E166B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29E65-55F7-6F87-D1DF-C53A3EE09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D3011-7C37-9B01-FC01-7FDAD79E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0AF9A-0ADA-D821-E900-F552207C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E933A-1564-9C65-CE31-59F0A9CD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057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71F49-0187-018F-6F95-E5104FD9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35453-1CD8-2122-8E64-84377AFB0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E0794-D3E1-0025-417F-84DD06280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63FE7-AEE7-9043-2F03-BEEB1B2D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7E0F8-D02E-F616-A850-6242BCDE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47439-ADB5-5BE3-5802-DAECF1C8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98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9BF9C-0FC8-3E27-7E47-16B079491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8D683-7E59-B185-9C49-ECEE4192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B700B-F87F-237B-4C31-BE33DB3B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3C82D-CF91-C6E5-DD71-DB16149F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F8BAB-9FDB-504B-53CC-BF49BEA9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2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76D6A4-C20D-9EF0-ACF7-2FCF962C5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7038A-B69C-609C-8280-924F77BD6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DAA1-77E7-4FC7-1FB6-CC5957FF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26A10-3408-1CF7-B62C-CF1648ACF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EDF81-90A2-7F63-30BF-F8C0D173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2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6B1D8-F5F0-C4B8-00AD-5F7A26D99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81BE-492B-62DA-F5C2-6F34C506F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A0BA3-0B42-BAB4-08B9-7AE0A282B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800B8-6C64-4B3B-9B89-C133713DF60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FBCAE-8948-8DB3-7EFD-B1A0923B6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84FBE-D403-A900-49D8-EE66CAD87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5462E1-DE2C-4AF1-88FC-45607E0AE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62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646568-D239-33D7-92EE-0A2C42F16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20" y="1638050"/>
            <a:ext cx="8125959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7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6E2EB8-BAB1-9068-FE4B-ECCE112D1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404"/>
            <a:ext cx="12192000" cy="387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51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1223F9-2C69-72B7-8B57-B04416F83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4815"/>
            <a:ext cx="12192000" cy="296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14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20F1E-4F35-148E-8B0C-8586993F5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935"/>
            <a:ext cx="12192000" cy="533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2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3F9AD-48AE-DB0D-4811-92171A681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6000"/>
            <a:ext cx="12192000" cy="146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1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3561B6-6F36-D9B8-3555-A77E6466E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855"/>
            <a:ext cx="12192000" cy="577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60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CA92CC-B6B1-5FB3-07A0-2E773B04A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267"/>
            <a:ext cx="12192000" cy="1284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DF2089-1B30-56E8-38B2-F6EF872B9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4250"/>
            <a:ext cx="12192000" cy="1480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6E4E4B-7AF2-F77C-4CCE-0A3066E99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27302"/>
            <a:ext cx="12192000" cy="175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7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0EBD8-2D55-CEBC-B56C-9E084FEB3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2300"/>
            <a:ext cx="12192000" cy="597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52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C04D7A-CEB3-58AC-907B-4A2AF985B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809" y="0"/>
            <a:ext cx="6020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235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50F6D9-003A-AE01-ED62-10A7113C9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873"/>
            <a:ext cx="12192000" cy="18477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6C5CFB-386E-5B7E-17CB-E05BA5F74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9807"/>
            <a:ext cx="12192000" cy="224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82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1E94CD-5CBC-5E14-0D79-D4FFBD7A0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9449"/>
            <a:ext cx="12192000" cy="193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77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3982FF-2A66-52EC-99A0-6B1402C3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" y="1258388"/>
            <a:ext cx="12192000" cy="1415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672C85-22AA-AEC1-9393-F8838145D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" y="3689762"/>
            <a:ext cx="12192000" cy="232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554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ADF112-A04F-EEE9-E997-B1F45C091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0721"/>
            <a:ext cx="12192000" cy="33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47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898A6D-CC12-DA05-602F-D17F4944C593}"/>
              </a:ext>
            </a:extLst>
          </p:cNvPr>
          <p:cNvSpPr/>
          <p:nvPr/>
        </p:nvSpPr>
        <p:spPr>
          <a:xfrm>
            <a:off x="1304856" y="2967335"/>
            <a:ext cx="95823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Application access to k8s API</a:t>
            </a:r>
          </a:p>
        </p:txBody>
      </p:sp>
    </p:spTree>
    <p:extLst>
      <p:ext uri="{BB962C8B-B14F-4D97-AF65-F5344CB8AC3E}">
        <p14:creationId xmlns:p14="http://schemas.microsoft.com/office/powerpoint/2010/main" val="1358679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CA0AC8-23A3-6D2D-804E-000D03498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6890"/>
            <a:ext cx="12192000" cy="326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71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767FFD-A17A-9316-1D8A-7268C6ABC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9687"/>
            <a:ext cx="12192000" cy="321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90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7D8E0B-2B3B-9D48-D0DE-D561F6140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27"/>
            <a:ext cx="12192000" cy="1931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70A118-86DF-CFD2-6296-18B60C7ED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6629"/>
            <a:ext cx="12192000" cy="180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65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2228B-F134-B178-EE66-1C46A5970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408"/>
            <a:ext cx="12192000" cy="383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01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8C1B3-67B9-C070-F426-D8AA07D95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7397"/>
            <a:ext cx="12192000" cy="3083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46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21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</Words>
  <Application>Microsoft Office PowerPoint</Application>
  <PresentationFormat>Widescreen</PresentationFormat>
  <Paragraphs>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t10208</dc:creator>
  <cp:lastModifiedBy>t10208</cp:lastModifiedBy>
  <cp:revision>19</cp:revision>
  <dcterms:created xsi:type="dcterms:W3CDTF">2025-11-29T17:12:52Z</dcterms:created>
  <dcterms:modified xsi:type="dcterms:W3CDTF">2025-11-29T18:04:21Z</dcterms:modified>
</cp:coreProperties>
</file>